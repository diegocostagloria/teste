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35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371600" cy="1371600"/>
          </a:xfrm>
          <a:prstGeom prst="roundRect">
            <a:avLst>
              <a:gd name="adj" fmla="val 33333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046720" y="-365760"/>
            <a:ext cx="1371600" cy="1371600"/>
          </a:xfrm>
          <a:prstGeom prst="roundRect">
            <a:avLst>
              <a:gd name="adj" fmla="val 33333"/>
            </a:avLst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274320" y="4023360"/>
            <a:ext cx="1188720" cy="1188720"/>
          </a:xfrm>
          <a:prstGeom prst="roundRect">
            <a:avLst>
              <a:gd name="adj" fmla="val 34615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0" y="4114800"/>
            <a:ext cx="1188720" cy="1188720"/>
          </a:xfrm>
          <a:prstGeom prst="roundRect">
            <a:avLst>
              <a:gd name="adj" fmla="val 34615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3346704"/>
            <a:ext cx="13716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68880" y="3154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3346704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160520" y="31546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60520" y="3154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346704"/>
            <a:ext cx="36576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943600" y="31546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60920" y="3346704"/>
            <a:ext cx="18288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543800" y="3154680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543800" y="31546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&amp; Tributos  ·  Peças de Cálculos Jurídico Trabalhistas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" cy="201168"/>
          </a:xfrm>
          <a:prstGeom prst="ellipse">
            <a:avLst/>
          </a:prstGeom>
          <a:solidFill>
            <a:srgbClr val="E85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04088" y="256032"/>
            <a:ext cx="146304" cy="146304"/>
          </a:xfrm>
          <a:prstGeom prst="ellipse">
            <a:avLst/>
          </a:prstGeom>
          <a:solidFill>
            <a:srgbClr val="E85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estamos medindo o uso vs entregas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precisa ser medida não apenas pelo uso, mas pelo impacto concreto nas entregas.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320040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da 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01368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prompts / sessões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uso do DEVIN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análise realizadas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24912" y="1188720"/>
            <a:ext cx="2011680" cy="320040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724912" y="1188720"/>
            <a:ext cx="2011680" cy="54864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24912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1801368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estimado sem 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realizado com IA + humano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percentual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92624" y="1188720"/>
            <a:ext cx="2011680" cy="320040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992624" y="1188720"/>
            <a:ext cx="2011680" cy="54864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92624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 Refinamento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2352" y="1801368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mapeadas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identificados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encontradas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registradas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0336" y="1188720"/>
            <a:ext cx="2011680" cy="320040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60336" y="1188720"/>
            <a:ext cx="2011680" cy="54864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260336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Entrega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70064" y="1801368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técnicas tomadas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reduzido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gerada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" cy="201168"/>
          </a:xfrm>
          <a:prstGeom prst="ellipse">
            <a:avLst/>
          </a:prstGeom>
          <a:solidFill>
            <a:srgbClr val="E85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04088" y="256032"/>
            <a:ext cx="146304" cy="146304"/>
          </a:xfrm>
          <a:prstGeom prst="ellipse">
            <a:avLst/>
          </a:prstGeom>
          <a:solidFill>
            <a:srgbClr val="E850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 | </a:t>
            </a:r>
            <a:r>
              <a:rPr lang="en-US" sz="15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estimado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aliado de qualidade para refinamento técnico.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NO REFINAMENTO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(este caso)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tempo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parâmetros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2743200" cy="384048"/>
          </a:xfrm>
          <a:prstGeom prst="rect">
            <a:avLst/>
          </a:prstGeom>
          <a:solidFill>
            <a:srgbClr val="FDF1EE"/>
          </a:solidFill>
          <a:ln w="12700">
            <a:solidFill>
              <a:srgbClr val="EED5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28529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oportunidades e ajustes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097280"/>
            <a:ext cx="2743200" cy="50292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8328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NO DESENVOLVIMENTO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(pesquisa GitHub)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166420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383280" y="166420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520440" y="1691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na conclusão de tarefas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25856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383280" y="225856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52044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2532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sentiram mais produtivos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0" y="285292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383280" y="285292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520440" y="2880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20440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gastaram menos tempo buscando informação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83280" y="3447288"/>
            <a:ext cx="2743200" cy="530352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383280" y="3447288"/>
            <a:ext cx="64008" cy="530352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5204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20440" y="3721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mantiveram o estado de flow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1097280"/>
            <a:ext cx="2743200" cy="502920"/>
          </a:xfrm>
          <a:prstGeom prst="rect">
            <a:avLst/>
          </a:prstGeom>
          <a:solidFill>
            <a:srgbClr val="E8503A"/>
          </a:solidFill>
          <a:ln w="12700">
            <a:solidFill>
              <a:srgbClr val="E850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26364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PARA O NEGÓCIO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1664208"/>
            <a:ext cx="274320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355080" y="17007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MAIS RÁPIDA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19019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técnica já tem resposta com rastreabilidade ao código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2322576"/>
            <a:ext cx="274320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35508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PRIORIZADO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55080" y="25603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oportunidades classificadas por prioridade, com responsáveis indicados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2980944"/>
            <a:ext cx="274320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355080" y="3017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RISCO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32186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completa reduz dependência de 1-2 pessoas que conheciam o legado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3639312"/>
            <a:ext cx="2743200" cy="594360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355080" y="36758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CONFIÁVEL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55080" y="38770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estruturado para futuras estimativas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</Words>
  <Application>Microsoft Office PowerPoint</Application>
  <PresentationFormat>Apresentação na tela (16:9)</PresentationFormat>
  <Paragraphs>57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para acelerar o refinamento técnico — Módulo FGTS</dc:title>
  <dc:subject>PptxGenJS Presentation</dc:subject>
  <dc:creator>PptxGenJS</dc:creator>
  <cp:lastModifiedBy>Diego costa Costa</cp:lastModifiedBy>
  <cp:revision>2</cp:revision>
  <dcterms:created xsi:type="dcterms:W3CDTF">2026-05-03T18:42:48Z</dcterms:created>
  <dcterms:modified xsi:type="dcterms:W3CDTF">2026-05-04T12:43:33Z</dcterms:modified>
</cp:coreProperties>
</file>